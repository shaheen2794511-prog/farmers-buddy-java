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0" r:id="rId12"/>
    <p:sldId id="272" r:id="rId13"/>
    <p:sldId id="271" r:id="rId14"/>
    <p:sldId id="273" r:id="rId15"/>
    <p:sldId id="274" r:id="rId16"/>
    <p:sldId id="275" r:id="rId17"/>
    <p:sldId id="276" r:id="rId18"/>
    <p:sldId id="277" r:id="rId19"/>
    <p:sldId id="268" r:id="rId20"/>
    <p:sldId id="269" r:id="rId21"/>
    <p:sldId id="27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E7ECF-D2AB-4FC3-B64F-537E1BC15BCF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B0F9B-63D3-45A5-97E0-AB90ADD988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2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2B0F9B-63D3-45A5-97E0-AB90ADD988E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50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1A971EF-104A-4DC0-8C55-2828045B851D}" type="datetimeFigureOut">
              <a:rPr lang="en-US" smtClean="0"/>
              <a:pPr/>
              <a:t>7/13/2021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838200"/>
            <a:ext cx="469952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FARMERS BUDDY</a:t>
            </a:r>
            <a:endParaRPr lang="en-US" sz="40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05400" y="2971800"/>
            <a:ext cx="30380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Anjali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Sharma(18BTL140302)</a:t>
            </a:r>
            <a:endParaRPr lang="en-US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Shivam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Thakur(17BT140301)</a:t>
            </a:r>
            <a:endParaRPr lang="en-US" dirty="0" smtClean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42672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guidance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Divya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Jyoti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endParaRPr lang="en-US" sz="800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0800" y="1219200"/>
            <a:ext cx="3071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        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8017" y="2133600"/>
            <a:ext cx="78685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the agricultural portal which provides solutions to small farmers and </a:t>
            </a:r>
          </a:p>
          <a:p>
            <a:pPr algn="just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agricultural students.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NGO’s to get valuable information regarding soil and </a:t>
            </a:r>
          </a:p>
          <a:p>
            <a:pPr algn="just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fertilizers  and also crops.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agricultural students to get  practical information regarding </a:t>
            </a:r>
          </a:p>
          <a:p>
            <a:pPr algn="just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various crops.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farmers through ngo’s to get information regarding soil, crops </a:t>
            </a:r>
          </a:p>
          <a:p>
            <a:pPr algn="just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in awareness programs being conducted in villages. </a:t>
            </a:r>
          </a:p>
          <a:p>
            <a:pPr marL="342900" indent="-342900"/>
            <a:endParaRPr lang="en-US" dirty="0" smtClean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8001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Objective</a:t>
            </a:r>
          </a:p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</a:t>
            </a:r>
          </a:p>
          <a:p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1371600"/>
            <a:ext cx="1066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2133600"/>
            <a:ext cx="82189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The main objective of the project is to provide information to the farmers and </a:t>
            </a:r>
          </a:p>
          <a:p>
            <a:pPr algn="just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agricultural students.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provides better solutions for farmers in providing the information regarding soils,</a:t>
            </a:r>
          </a:p>
          <a:p>
            <a:pPr algn="just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fertilizers.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helps the users in getting training regarding various technologies that can be used </a:t>
            </a:r>
          </a:p>
          <a:p>
            <a:pPr algn="just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in farming.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238043" y="918121"/>
            <a:ext cx="2615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Existing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599" y="1845305"/>
            <a:ext cx="787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managing the data related to agricultural products , soils, fertilizers,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nd market details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8956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Lack of security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This system doesn’t provide category wise classification of products.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Inefficiency in querying details.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Periodic report generation takes lot of time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44311" y="1189911"/>
            <a:ext cx="3578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 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3354" y="2133600"/>
            <a:ext cx="8840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development of this new  system contains the following activities, which try to automate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entire process keeping in the view of database integration approach.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3200400"/>
            <a:ext cx="87511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Reduce complexity in managing the data related to agricultural products , soils,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fertilizers, market details.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Current system provides different access levels for security.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Rich user interface is provided in order to interact with application.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Reports are generated dynamically on a periodic basis.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Efficiency in querying details.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User queries and answers are maintained.</a:t>
            </a:r>
          </a:p>
          <a:p>
            <a:pPr algn="r"/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3820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Specific Requirements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457200" y="2133600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Functional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5146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Individual  profile management for all kinds of users.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Basic soil analysis for all regions and suggestions on which fertilizers to use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where and how much? Which crop, herb or vegetable can be grown where and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 which season?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Online query handlings for all users. Queries can be directed to a particular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officer.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Officers/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ngo’s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can schedule trainings and publish it online.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Facilitate communication between user and general public  through mails.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Information about major crop markets and their current price for crop should be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published daily.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Information pages should be dynamic 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12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endParaRPr lang="en-US" sz="1800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Secure access of confidential data(user’s details).</a:t>
            </a:r>
          </a:p>
          <a:p>
            <a:pPr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Better component design to get better performance at peak time.</a:t>
            </a:r>
          </a:p>
          <a:p>
            <a:pPr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Flexible service based architecture will be highly desirable for future extension.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sz="1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Non Functional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36576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 Interface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44958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Professional look and feel.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Browser testing and support for IE.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Reports exportable in .XLS, or any other desirable format.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609600"/>
            <a:ext cx="4800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57200" y="990600"/>
            <a:ext cx="3082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Case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14400"/>
            <a:ext cx="6858001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240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33400" y="914400"/>
            <a:ext cx="454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Architecture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905000"/>
            <a:ext cx="647700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0" y="838200"/>
            <a:ext cx="3321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Requirements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600200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Software Requirements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133600"/>
            <a:ext cx="50386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Windows XP/2003 or Linux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React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Client-side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Scripting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JavaScript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React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: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Deployment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495800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Hardware Requirements: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6400" y="5105400"/>
            <a:ext cx="30405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Processor   :   Pentium IV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Hard disk   :   40GB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RAM          :   512MB or more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371600"/>
            <a:ext cx="560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1) Home Page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914400"/>
            <a:ext cx="36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Screen Shots Of Farmers buddy:</a:t>
            </a: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76400" y="2286000"/>
            <a:ext cx="6248400" cy="3341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200" y="1371600"/>
            <a:ext cx="1313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2) About Us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752600" y="2286000"/>
            <a:ext cx="5943600" cy="33413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7620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3) Our Menu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1758314"/>
            <a:ext cx="6096000" cy="365188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9144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Our Menu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524000" y="1828800"/>
            <a:ext cx="5943600" cy="3341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838200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Chat Section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1758315"/>
            <a:ext cx="5943600" cy="33413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95400" y="762000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) Donation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1758315"/>
            <a:ext cx="5943600" cy="3341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66800"/>
            <a:ext cx="1600200" cy="399288"/>
          </a:xfrm>
        </p:spPr>
        <p:txBody>
          <a:bodyPr/>
          <a:lstStyle/>
          <a:p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 Contact us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00200" y="1758315"/>
            <a:ext cx="5943600" cy="327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767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371600"/>
            <a:ext cx="11208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Strengths:</a:t>
            </a:r>
          </a:p>
          <a:p>
            <a:pPr marL="342900" indent="-342900"/>
            <a:r>
              <a:rPr lang="en-US" dirty="0" smtClean="0"/>
              <a:t> </a:t>
            </a:r>
          </a:p>
          <a:p>
            <a:pPr marL="342900" indent="-342900"/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38200" y="1905000"/>
            <a:ext cx="78524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Good look and feel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provides valuable and valid information regarding soils, crops and fertilizers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Training facilities are also provided for users regarding technologies that can be 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used in farming.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The users can also post their queries regarding any of the information that can be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answered by the officers.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4267200"/>
            <a:ext cx="116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Weakness: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724400"/>
            <a:ext cx="3541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Doesnot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support local languages.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Not directly useful for farmers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37160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133600"/>
            <a:ext cx="77893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By this project, we provide various information regarding soil, crops, fertilizers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for farmers and also for the agricultural students.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solves various queries posted by the users.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makes agriculture more eco-friendly.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0"/>
            <a:ext cx="8153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3717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832</TotalTime>
  <Words>702</Words>
  <Application>Microsoft Office PowerPoint</Application>
  <PresentationFormat>On-screen Show (4:3)</PresentationFormat>
  <Paragraphs>110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Constantia</vt:lpstr>
      <vt:lpstr>Times New Roman</vt:lpstr>
      <vt:lpstr>Wingdings</vt:lpstr>
      <vt:lpstr>Wingdings 2</vt:lpstr>
      <vt:lpstr>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Specific Requirements</vt:lpstr>
      <vt:lpstr>Non Functional Requirements:</vt:lpstr>
      <vt:lpstr>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6) Contact us</vt:lpstr>
      <vt:lpstr>PowerPoint Presentation</vt:lpstr>
      <vt:lpstr>PowerPoint Presentation</vt:lpstr>
      <vt:lpstr>PowerPoint Presentation</vt:lpstr>
    </vt:vector>
  </TitlesOfParts>
  <Company>svec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lab</dc:creator>
  <cp:lastModifiedBy>Microsoft account</cp:lastModifiedBy>
  <cp:revision>89</cp:revision>
  <dcterms:created xsi:type="dcterms:W3CDTF">2010-03-25T04:18:44Z</dcterms:created>
  <dcterms:modified xsi:type="dcterms:W3CDTF">2021-07-13T15:12:34Z</dcterms:modified>
</cp:coreProperties>
</file>